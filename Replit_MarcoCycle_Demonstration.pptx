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8" r:id="rId2"/>
    <p:sldId id="262" r:id="rId3"/>
    <p:sldId id="263" r:id="rId4"/>
    <p:sldId id="264" r:id="rId5"/>
    <p:sldId id="265" r:id="rId6"/>
    <p:sldId id="267" r:id="rId7"/>
    <p:sldId id="266" r:id="rId8"/>
    <p:sldId id="256" r:id="rId9"/>
    <p:sldId id="257" r:id="rId10"/>
    <p:sldId id="258" r:id="rId11"/>
    <p:sldId id="259" r:id="rId12"/>
    <p:sldId id="261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011102-96FB-7C3B-D6C8-890CC7FEDA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4AD5CA-A03F-48EF-FCC2-87F8FE10F2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A7DD54-BC13-368E-88BD-3F2C2CEA2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A879D-825D-4F56-8327-10BA6F0CCC79}" type="datetimeFigureOut">
              <a:rPr lang="en-GB" smtClean="0"/>
              <a:t>02/11/2025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5BC8C-338F-B37D-3E92-73CDB3F63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B84F4E-AC19-1C6B-0C53-6024AE85C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142FE-16ED-4889-8E97-C544F2D43CB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927215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CBA6B6-7A29-DD18-EB9E-B71D6B1259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306ACE-19E2-0321-8827-F98166BADE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CA01B0-1835-A085-4BF9-890DD6D7F4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A879D-825D-4F56-8327-10BA6F0CCC79}" type="datetimeFigureOut">
              <a:rPr lang="en-GB" smtClean="0"/>
              <a:t>02/11/2025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830D33-9B22-8A10-E133-832C1D531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9999D7-523B-6261-C3AE-4C87CD128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142FE-16ED-4889-8E97-C544F2D43CB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64058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6FA1F4-0737-291C-DFE6-FA6CC7779E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08C731-DD93-5258-60B4-799A892D70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E4792B-596E-3E0E-CC25-1C5CF9F465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A879D-825D-4F56-8327-10BA6F0CCC79}" type="datetimeFigureOut">
              <a:rPr lang="en-GB" smtClean="0"/>
              <a:t>02/11/2025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D4FBAE-37F0-232B-B983-0533A18F9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069067-A116-6750-5873-287087656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142FE-16ED-4889-8E97-C544F2D43CB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07581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0D2F7-CC8D-BD8C-8AAD-E0A1DB044C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4B5C35-E66A-6BCA-8943-FF55A18A51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49DBDC-E84D-2A0C-EA90-DF49C159B7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5D8A9C-28EB-3E97-F071-F92AA830E7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A879D-825D-4F56-8327-10BA6F0CCC79}" type="datetimeFigureOut">
              <a:rPr lang="en-GB" smtClean="0"/>
              <a:t>02/11/2025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FAA343-AD6B-CA21-3CC0-1DD89569C7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9AA7CC-1D11-E0A2-87F4-9CBD51631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142FE-16ED-4889-8E97-C544F2D43CB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69446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FEAAB-7030-A255-30A8-839A1C4131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496965-7E01-FC33-9CB1-8643C091C9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7AC7F6-1523-9238-2742-D2ACE93EE1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70222B-7989-9C73-CD20-ED2EDC5F63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ECDAE5B-A360-B306-7E5C-4E0C8398A3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A6CE00-34B4-C77F-731C-F5A3E2CCD5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A879D-825D-4F56-8327-10BA6F0CCC79}" type="datetimeFigureOut">
              <a:rPr lang="en-GB" smtClean="0"/>
              <a:t>02/11/2025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638CEAF-50A5-39C7-AC36-03FD36BCD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BECA44A-4D2E-CA1D-199B-4B1A50872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142FE-16ED-4889-8E97-C544F2D43CB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70902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2F1A96-374A-5F44-1E5D-EC0EE60D6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1E6F52-73AA-8D3F-E40F-DF30272F84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A879D-825D-4F56-8327-10BA6F0CCC79}" type="datetimeFigureOut">
              <a:rPr lang="en-GB" smtClean="0"/>
              <a:t>02/11/2025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A14928-3E30-3503-F90A-CC8E523A45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2511AE-823A-BF42-1235-4524A1B98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142FE-16ED-4889-8E97-C544F2D43CB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040498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128E25-EF65-C187-CC52-FE115527BC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A879D-825D-4F56-8327-10BA6F0CCC79}" type="datetimeFigureOut">
              <a:rPr lang="en-GB" smtClean="0"/>
              <a:t>02/11/2025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6A442BB-02FA-0A8E-3F20-8A92420DD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A37207-3349-F582-B8D6-F1E6ABF65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142FE-16ED-4889-8E97-C544F2D43CB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197397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EAD2CF-E7DA-9FD1-1C65-C0CE74F12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E0E652-A987-A336-5B34-D2F08FCED1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D7940E-3363-6F16-E8D5-886D662FC2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91522A-A526-9239-3B03-AE9CEBA1E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A879D-825D-4F56-8327-10BA6F0CCC79}" type="datetimeFigureOut">
              <a:rPr lang="en-GB" smtClean="0"/>
              <a:t>02/11/2025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873D0D-816D-B94A-41E2-A803401A60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E1DF71-3678-DB15-0FC1-C9E7F8756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142FE-16ED-4889-8E97-C544F2D43CB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30570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1F8C4-0A03-01A6-A40C-B5CDFB9FF8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0772C2-F4EE-8D2E-7C08-4AADACC09B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157262-AB1F-24C6-1FE3-1AF3F2F5AD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A6A6CD-77A2-A6B1-1249-B0CE4A9F8C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A879D-825D-4F56-8327-10BA6F0CCC79}" type="datetimeFigureOut">
              <a:rPr lang="en-GB" smtClean="0"/>
              <a:t>02/11/2025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D1F77C-380A-A2F9-FB2C-39507B5EB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4A38A2-7953-EEEE-1E02-3E18C56AD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142FE-16ED-4889-8E97-C544F2D43CB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53301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836936-47D2-C8D7-EA3A-83E1B99EE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E8CD5B-FB69-0D47-6D14-E155083B86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C3D3C3-86CD-E238-3313-A36AEF1860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A879D-825D-4F56-8327-10BA6F0CCC79}" type="datetimeFigureOut">
              <a:rPr lang="en-GB" smtClean="0"/>
              <a:t>02/11/2025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3ADB5B-E257-5932-DBF2-E2F3E25CE3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F89F3F-73B4-87B0-6D20-A2EB96FFA1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142FE-16ED-4889-8E97-C544F2D43CB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49608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03D9AF-4E37-2036-C7E0-D112028B1E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8C2310-9509-0BCA-CBE1-93DC288DFE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210AF-6FEC-A811-86E8-B109AE4BC1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A879D-825D-4F56-8327-10BA6F0CCC79}" type="datetimeFigureOut">
              <a:rPr lang="en-GB" smtClean="0"/>
              <a:t>02/11/2025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7DB608-74D5-4946-7F3F-9BEEEDAAF4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E25B71-2804-C1B6-9E89-A02C9C914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142FE-16ED-4889-8E97-C544F2D43CB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92154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AAE67B6-C3D8-657E-6C03-DC48788ED7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3D9A40-10C1-522E-AEF0-5BFCE5DA66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BDAAB4-FDCC-2E10-2078-B42EEB21B9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4A879D-825D-4F56-8327-10BA6F0CCC79}" type="datetimeFigureOut">
              <a:rPr lang="en-GB" smtClean="0"/>
              <a:t>02/11/2025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ED9C09-07A1-C250-0B13-A97B6E4F4D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FA5D86-7EA1-BBEF-2BE4-D424F82028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A142FE-16ED-4889-8E97-C544F2D43CB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62581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macrocycle.replit.app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13092A-0F86-53D6-5CD1-85DD4C3319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3648" y="2175637"/>
            <a:ext cx="10515600" cy="1325563"/>
          </a:xfrm>
        </p:spPr>
        <p:txBody>
          <a:bodyPr/>
          <a:lstStyle/>
          <a:p>
            <a:r>
              <a:rPr lang="en-GB" dirty="0" err="1"/>
              <a:t>MarcoCycle</a:t>
            </a:r>
            <a:r>
              <a:rPr lang="en-GB" dirty="0"/>
              <a:t> AI Agent </a:t>
            </a:r>
          </a:p>
        </p:txBody>
      </p:sp>
    </p:spTree>
    <p:extLst>
      <p:ext uri="{BB962C8B-B14F-4D97-AF65-F5344CB8AC3E}">
        <p14:creationId xmlns:p14="http://schemas.microsoft.com/office/powerpoint/2010/main" val="36899100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CFAF3EE-41B2-7AE7-09BB-014E5CFFBD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377" y="1082931"/>
            <a:ext cx="10491393" cy="413132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2F24543-A565-9A2C-1FA5-2B152A470E5D}"/>
              </a:ext>
            </a:extLst>
          </p:cNvPr>
          <p:cNvSpPr txBox="1"/>
          <p:nvPr/>
        </p:nvSpPr>
        <p:spPr>
          <a:xfrm>
            <a:off x="2745486" y="6014966"/>
            <a:ext cx="41582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dirty="0">
                <a:hlinkClick r:id="rId3"/>
              </a:rPr>
              <a:t>https://macrocycle.replit.app/</a:t>
            </a:r>
            <a:r>
              <a:rPr lang="en-GB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767061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4CDC89A-3079-487F-61B2-67A64EEA9C9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8569"/>
          <a:stretch>
            <a:fillRect/>
          </a:stretch>
        </p:blipFill>
        <p:spPr>
          <a:xfrm>
            <a:off x="751115" y="1066800"/>
            <a:ext cx="8501743" cy="501756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81DB0F9-0B29-D07E-67EE-9A26998398E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5357"/>
          <a:stretch>
            <a:fillRect/>
          </a:stretch>
        </p:blipFill>
        <p:spPr>
          <a:xfrm>
            <a:off x="6531429" y="2141230"/>
            <a:ext cx="5442857" cy="2868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79965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5629149-1C7B-1EA1-7551-1B42E9E6E5A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019"/>
          <a:stretch>
            <a:fillRect/>
          </a:stretch>
        </p:blipFill>
        <p:spPr>
          <a:xfrm>
            <a:off x="92709" y="818528"/>
            <a:ext cx="6210528" cy="400436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B6A97D8-9561-580C-209C-65890E27F58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3101"/>
          <a:stretch>
            <a:fillRect/>
          </a:stretch>
        </p:blipFill>
        <p:spPr>
          <a:xfrm>
            <a:off x="6640107" y="1253430"/>
            <a:ext cx="5459184" cy="3569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8218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C666D06-D166-F22D-A681-BB9BE6D7C1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" y="704136"/>
            <a:ext cx="10897035" cy="5449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1808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1DCAF56-E226-FF78-48B7-896D480F96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257" y="287354"/>
            <a:ext cx="3428661" cy="628329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C29428B-F3B7-554B-5BE5-5E793BE537B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70671"/>
          <a:stretch>
            <a:fillRect/>
          </a:stretch>
        </p:blipFill>
        <p:spPr>
          <a:xfrm>
            <a:off x="4346437" y="1249193"/>
            <a:ext cx="3252228" cy="422969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D61D17A-472A-5943-AB08-F32B785C3D6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0808"/>
          <a:stretch>
            <a:fillRect/>
          </a:stretch>
        </p:blipFill>
        <p:spPr>
          <a:xfrm>
            <a:off x="8260083" y="1158707"/>
            <a:ext cx="3236987" cy="4229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78623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0FF9273-AE14-29FB-C840-C55B58442E1B}"/>
              </a:ext>
            </a:extLst>
          </p:cNvPr>
          <p:cNvSpPr txBox="1"/>
          <p:nvPr/>
        </p:nvSpPr>
        <p:spPr>
          <a:xfrm>
            <a:off x="1636776" y="2779776"/>
            <a:ext cx="6638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Demonstreation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047859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703C899-14EA-ED65-AA5A-43F6E4412F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665" y="1068446"/>
            <a:ext cx="10389763" cy="472110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6B67DBA-285F-13D0-F500-1761A197A834}"/>
              </a:ext>
            </a:extLst>
          </p:cNvPr>
          <p:cNvSpPr txBox="1"/>
          <p:nvPr/>
        </p:nvSpPr>
        <p:spPr>
          <a:xfrm>
            <a:off x="631371" y="185057"/>
            <a:ext cx="48332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Dashboard Agent </a:t>
            </a:r>
          </a:p>
        </p:txBody>
      </p:sp>
    </p:spTree>
    <p:extLst>
      <p:ext uri="{BB962C8B-B14F-4D97-AF65-F5344CB8AC3E}">
        <p14:creationId xmlns:p14="http://schemas.microsoft.com/office/powerpoint/2010/main" val="16714160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C18A2-3333-7627-5DF1-31FC80ECBA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Research Agent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F9270C-D5CB-BCDB-0F99-E34672002E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911946"/>
            <a:ext cx="9481457" cy="3882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80560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3311EB-298D-D1AB-8F53-5D5CEF3B99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66F71-5D89-8404-36AE-3AE3E83770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Business Cycle Recommender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17E0BF2-1E87-1E55-8F13-489ED9C1B0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587191"/>
            <a:ext cx="9797143" cy="4327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33928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345B1-1596-C232-39C9-BADEF0B0C1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Market Analysis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17DDF59-C13D-9BC7-281A-A601F44A5E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982021"/>
            <a:ext cx="9231086" cy="4362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42228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D3C77D-8096-C099-BB0D-5E895FADF0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99BA76-4098-D5B7-BD63-58328C2165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88761"/>
          </a:xfrm>
        </p:spPr>
        <p:txBody>
          <a:bodyPr/>
          <a:lstStyle/>
          <a:p>
            <a:r>
              <a:rPr lang="en-GB" dirty="0"/>
              <a:t>Automated Resource Agent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AC98700-BD40-E0EA-7AB0-617C88A073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525949"/>
            <a:ext cx="9982200" cy="5083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91695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24</Words>
  <Application>Microsoft Office PowerPoint</Application>
  <PresentationFormat>Widescreen</PresentationFormat>
  <Paragraphs>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MarcoCycle AI Agent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Research Agent</vt:lpstr>
      <vt:lpstr>Business Cycle Recommender </vt:lpstr>
      <vt:lpstr>Market Analysis</vt:lpstr>
      <vt:lpstr>Automated Resource Agent</vt:lpstr>
    </vt:vector>
  </TitlesOfParts>
  <Company>Defra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Bandhu Das</dc:creator>
  <cp:lastModifiedBy>Bandhu Das</cp:lastModifiedBy>
  <cp:revision>1</cp:revision>
  <dcterms:created xsi:type="dcterms:W3CDTF">2025-11-02T10:00:41Z</dcterms:created>
  <dcterms:modified xsi:type="dcterms:W3CDTF">2025-11-02T10:13:24Z</dcterms:modified>
</cp:coreProperties>
</file>